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17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258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0E43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822960" cy="8229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/home/claude/medicontrol/images/icon_pil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16614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MediControl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566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Gestión de Medicamentos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de Python — Introducción a la Algoritmia, UADE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Aostri Lopez   ·   David Espinosa   ·   Facundo Balmacena   ·   Patricio Zermo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F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OpenAI GPT-4o  |  python-dotenv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el proyecto, de la idea al código y a la futura interfaz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2257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226771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MediControl y cómo está estructurado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9125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13639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principal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opciones de navegación del programa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572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0976" y="400507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alta y validaciones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agregar_medicamento() y reglas de negocio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92861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5720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487375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alertas personalizadas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ingresar_alerta() y ver_alertas()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89320" y="232257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9893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83096" y="226771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vencimientos y días restantes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verificar_alertas() y calcular_dias_restantes()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89320" y="319125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98932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313639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con GPT-4o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hablar_con_ia() y el loop principal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89320" y="4059936"/>
            <a:ext cx="365760" cy="36576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98932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83096" y="4005072"/>
            <a:ext cx="4654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futuro: de la consola a la app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de la interfaz que viene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MediControl?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6492240" cy="1874520"/>
          </a:xfrm>
          <a:prstGeom prst="roundRect">
            <a:avLst>
              <a:gd name="adj" fmla="val 3902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consola en Python que permite registrar, consultar y administrar los medicamentos del hogar. Funciona sin internet, sin registro y sin instalaciones adicionales.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especialmente para adultos mayores y personas con enfermedades crónicas.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690872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menú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9192" y="397764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679192" y="4069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9192" y="4690872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principales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01184" y="397764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901184" y="4069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01184" y="4690872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integrado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6948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Librerías utilizadas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2240280"/>
            <a:ext cx="44805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452360" y="2313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fechas de inicio, término y vencimiento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9480" y="3081528"/>
            <a:ext cx="44805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745236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GPT-4o para el asistente 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3922776"/>
            <a:ext cx="44805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452360" y="3995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4270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segura de la API key desde .env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69480" y="4764024"/>
            <a:ext cx="44805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7452360" y="48371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51114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variables de entorno del sistema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del programa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funciones cubren todo el ciclo de vida de un medicamento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21792" y="203911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0" descr="/home/claude/medicontrol/images/icon_plu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2098548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200253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agregar_medicamento()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2514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nuevo medicamento con validaciones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87952" y="187452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4352544" y="203911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1" descr="/home/claude/medicontrol/images/icon_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209854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200253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mostrar_medicamentos()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352544" y="2514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medicamentos registrados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18704" y="187452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3"/>
          <p:cNvSpPr/>
          <p:nvPr/>
        </p:nvSpPr>
        <p:spPr>
          <a:xfrm>
            <a:off x="8083296" y="203911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8" name="Image 2" descr="/home/claude/medicontrol/images/icon_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098548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68512" y="200253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registrar_toma()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083296" y="2514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stock al registrar una toma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33756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17"/>
          <p:cNvSpPr/>
          <p:nvPr/>
        </p:nvSpPr>
        <p:spPr>
          <a:xfrm>
            <a:off x="621792" y="350215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3" name="Image 3" descr="/home/claude/medicontrol/images/icon_bel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3561588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346557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ingresar_alerta()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1792" y="3977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alertas personalizadas con fecha y prioridad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187952" y="333756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Shape 21"/>
          <p:cNvSpPr/>
          <p:nvPr/>
        </p:nvSpPr>
        <p:spPr>
          <a:xfrm>
            <a:off x="4352544" y="350215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8" name="Image 4" descr="/home/claude/medicontrol/images/icon_calend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980" y="3561588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346557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ver_alertas()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352544" y="3977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alertas ordenadas por fecha y estado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918704" y="333756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2" name="Shape 25"/>
          <p:cNvSpPr/>
          <p:nvPr/>
        </p:nvSpPr>
        <p:spPr>
          <a:xfrm>
            <a:off x="8083296" y="350215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3" name="Image 5" descr="/home/claude/medicontrol/images/icon_warn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3561588"/>
            <a:ext cx="338328" cy="3383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68512" y="346557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verificar_alertas()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8083296" y="3977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stock bajo y vencimientos próximos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7200" y="480060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7" name="Shape 29"/>
          <p:cNvSpPr/>
          <p:nvPr/>
        </p:nvSpPr>
        <p:spPr>
          <a:xfrm>
            <a:off x="621792" y="496519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8" name="Image 6" descr="/home/claude/medicontrol/images/icon_cha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" y="5024628"/>
            <a:ext cx="338328" cy="33832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492861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calcular_dias_restantes()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621792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días de stock según dosis y frecuencia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187952" y="480060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2" name="Shape 33"/>
          <p:cNvSpPr/>
          <p:nvPr/>
        </p:nvSpPr>
        <p:spPr>
          <a:xfrm>
            <a:off x="4352544" y="496519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3" name="Image 7" descr="/home/claude/medicontrol/images/icon_search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1980" y="5024628"/>
            <a:ext cx="338328" cy="33832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937760" y="492861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buscar_medicamento()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4352544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medicamento por nombre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7918704" y="4800600"/>
            <a:ext cx="3621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7" name="Shape 37"/>
          <p:cNvSpPr/>
          <p:nvPr/>
        </p:nvSpPr>
        <p:spPr>
          <a:xfrm>
            <a:off x="8083296" y="4965192"/>
            <a:ext cx="457200" cy="45720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8" name="Image 8" descr="/home/claude/medicontrol/images/icon_robo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732" y="5024628"/>
            <a:ext cx="338328" cy="33832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668512" y="492861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hablar_con_ia()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8083296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asistente médico GPT-4o</a:t>
            </a:r>
            <a:endParaRPr lang="en-US" sz="1050" dirty="0"/>
          </a:p>
        </p:txBody>
      </p:sp>
      <p:sp>
        <p:nvSpPr>
          <p:cNvPr id="51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principal — 9 opciones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loop while se repite hasta elegir la </a:t>
            </a:r>
            <a:r>
              <a:rPr lang="en-US" sz="1400" dirty="0" err="1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(Salir)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321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medicamento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5532120" cy="475488"/>
          </a:xfrm>
          <a:prstGeom prst="rect">
            <a:avLst/>
          </a:prstGeom>
          <a:solidFill>
            <a:srgbClr val="F2F9F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66928" y="26700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medicamentos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6700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55321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66928" y="323697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369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toma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2369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5532120" cy="475488"/>
          </a:xfrm>
          <a:prstGeom prst="rect">
            <a:avLst/>
          </a:prstGeom>
          <a:solidFill>
            <a:srgbClr val="F2F9F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66928" y="380390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alerta personalizada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80390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55321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66928" y="437083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7083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días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37083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err="1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103120"/>
            <a:ext cx="5532120" cy="475488"/>
          </a:xfrm>
          <a:prstGeom prst="rect">
            <a:avLst/>
          </a:prstGeom>
          <a:solidFill>
            <a:srgbClr val="F2F9F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373368" y="21031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210312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61320" y="2103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670048"/>
            <a:ext cx="55321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6373368" y="26700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6700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61320" y="26700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3236976"/>
            <a:ext cx="5532120" cy="475488"/>
          </a:xfrm>
          <a:prstGeom prst="rect">
            <a:avLst/>
          </a:prstGeom>
          <a:solidFill>
            <a:srgbClr val="F2F9F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6373368" y="323697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32369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61320" y="32369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803904"/>
            <a:ext cx="55321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6373368" y="380390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12280" y="380390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</a:t>
            </a:r>
            <a:r>
              <a:rPr lang="en-US" sz="13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300" dirty="0" err="1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61320" y="380390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989320"/>
            <a:ext cx="10835640" cy="502920"/>
          </a:xfrm>
          <a:prstGeom prst="roundRect">
            <a:avLst>
              <a:gd name="adj" fmla="val 12727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640080" y="598932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salida: </a:t>
            </a:r>
            <a:r>
              <a:rPr lang="en-US" sz="1150" dirty="0">
                <a:solidFill>
                  <a:srgbClr val="1B2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opcion not in ("salir", “9")</a:t>
            </a: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 uso de break, condición directa en el while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agregar_medicamento()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medicamentos con validaciones de fecha y stock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implementadas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0" descr="/home/claude/medicontrol/images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9" y="2287829"/>
            <a:ext cx="270662" cy="270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1762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término no puede ser anterior a la de inicio (while con reingreso)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/home/claude/medicontrol/images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9" y="3202229"/>
            <a:ext cx="270662" cy="270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0906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no puede ser 0 ni negativo — se repite el ingreso hasta que sea válido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medicontrol/images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9" y="4116629"/>
            <a:ext cx="270662" cy="270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40050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medicamento ya venció al cargarlo, el sistema avisa pero no bloquea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49834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/home/claude/medicontrol/images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9" y="5031029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49194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se ingresa como cantidad de tomas diarias (ej: 3 si es cada 8 horas)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663440" y="1828800"/>
            <a:ext cx="7068312" cy="4572000"/>
          </a:xfrm>
          <a:prstGeom prst="roundRect">
            <a:avLst>
              <a:gd name="adj" fmla="val 1200"/>
            </a:avLst>
          </a:prstGeom>
          <a:solidFill>
            <a:srgbClr val="0F2E2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4"/>
          <p:cNvSpPr/>
          <p:nvPr/>
        </p:nvSpPr>
        <p:spPr>
          <a:xfrm>
            <a:off x="4892040" y="2011680"/>
            <a:ext cx="66111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agregar_medicamento():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input("Nombre del medicamento: ")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dosis = int(input("Pastillas/ml por toma: "))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frecuencia = int(input("Tomas diarias: "))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fecha_inicio = datetime.strptime(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input("Fecha de inicio (YYYY-MM-DD): "),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"%Y-%m-%d")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fecha_termino = datetime.strptime(...)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fecha_termino &lt; fecha_inicio: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print("Error: término anterior al inicio.")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fecha_termino = datetime.strptime(...)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 = int(input("Stock total disponible: "))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stock &lt;= 0: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stock = int(input("Stock no puede ser 0..."))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vencimiento = datetime.strptime(...)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vencimiento &lt;= datetime.now():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print("El medicamento ya ha vencido.")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medicamento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Stock, vencimientos y días restantes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verificar_alertas()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5727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calcular_dias_restantes()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40680" cy="3794760"/>
          </a:xfrm>
          <a:prstGeom prst="roundRect">
            <a:avLst>
              <a:gd name="adj" fmla="val 1446"/>
            </a:avLst>
          </a:prstGeom>
          <a:solidFill>
            <a:srgbClr val="0F2E2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983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verificar_alertas(medicamentos,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umbral_stock, dias_vencimiento):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hoy = datetime.now()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med in medicamentos: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med['stock'] &lt; umbral_stock: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print(f"Alerta: stock bajo de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{med['nombre']}")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dias_faltantes = 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med['vencimiento'] - hoy).days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(dias_faltantes &lt; dias_vencimiento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and dias_faltantes &gt;= 0):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print(f"{med['nombre']} vence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en {dias_faltantes} días")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40680" cy="3794760"/>
          </a:xfrm>
          <a:prstGeom prst="roundRect">
            <a:avLst>
              <a:gd name="adj" fmla="val 1446"/>
            </a:avLst>
          </a:prstGeom>
          <a:solidFill>
            <a:srgbClr val="0F2E2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983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calcular_dias_restantes(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medicamentos):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med in medicamentos: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med['dosis'] &gt; 0: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total_dia = 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med['dosis'] *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med['frecuencia'])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dias_restantes = 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med['stock'] // total_dia)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print(f"{med['nombre']} tiene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stock para ~{dias_restantes}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días")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print("Error en la dosis")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58978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parámetros umbral y dias_venc se ingresan una sola vez en main() y se pasan directo a las funciones, haciendo el código más reutilizable y fácil de testear.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hablar_con_ia()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médico basado en GPT-4o con historial de conversación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/home/claude/medicontrol/images/icon_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81" y="1929201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562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modelo GPT-4o de OpenAI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/home/claude/medicontrol/images/icon_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1" y="2843601"/>
            <a:ext cx="311262" cy="311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770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key se carga desde un archivo .env, nunca en el código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70332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/home/claude/medicontrol/images/icon_he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81" y="3758001"/>
            <a:ext cx="311262" cy="311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685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sistema limita al asistente al Vademécum Argentino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461772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3" descr="/home/claude/medicontrol/images/icon_cha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81" y="4672401"/>
            <a:ext cx="311262" cy="3112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599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completo se envía en cada llamada para mantener contexto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5623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loop usa "while mensaje != 'salir'" — sin break, condición directa en el while.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63440" y="1828800"/>
            <a:ext cx="7068312" cy="4572000"/>
          </a:xfrm>
          <a:prstGeom prst="roundRect">
            <a:avLst>
              <a:gd name="adj" fmla="val 1200"/>
            </a:avLst>
          </a:prstGeom>
          <a:solidFill>
            <a:srgbClr val="0F2E2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4"/>
          <p:cNvSpPr/>
          <p:nvPr/>
        </p:nvSpPr>
        <p:spPr>
          <a:xfrm>
            <a:off x="4892040" y="2011680"/>
            <a:ext cx="66111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hablar_con_ia():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historial_chat = [{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"system",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("Eres un asistente médico"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que responde sobre VADEMECUM"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ARGENTINO.")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mensaje = ""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mensaje.lower() != "salir":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mensaje = input("Tu: ").strip()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mensaje.lower() != "salir":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historial_chat.append(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{"role": "user", "content": mensaje})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client.chat.completions.create(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model="gpt-4o",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messages=historial_chat)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respuesta = response.choices[0]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.message.content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print(f"IA: {respuesta}")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— Loop principal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programa: arma el menú y deriva a cada función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035040" cy="4572000"/>
          </a:xfrm>
          <a:prstGeom prst="roundRect">
            <a:avLst>
              <a:gd name="adj" fmla="val 1200"/>
            </a:avLst>
          </a:prstGeom>
          <a:solidFill>
            <a:srgbClr val="0F2E2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medicamentos = []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opcion = ""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r>
              <a:rPr lang="en-US" sz="1050" dirty="0" err="1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05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9: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print("--- MENU PRINCIPAL ---")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print("1. Agregar medicamento")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print(“9. Salir")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opcion = input("Seleccione opción: 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opcion == "1":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medicamentos.append(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agregar_medicamento())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opcion == "6":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umbral = int(input("Umbral: "))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verificar_alertas(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medicamentos, umbral, dias_venc)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opcion == "10":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print("Saliendo del sistema...")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D6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opcion = "salir"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demuestra cómo los conceptos básicos de programación pueden resolver un problema concreto y de alto impacto cotidiano: llevar un registro organizado de la medicación.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listas, funciones y estructuras de control, el programa gestiona información de manera eficiente, valida los datos ingresados y genera alertas preventivas que pueden marcar una diferencia real en la salud de los usuarios.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52120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903720" y="5212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todo corre 100% en consola, sin interfaz gráfica.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258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0E43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822960" cy="8229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/home/claude/medicontrol/images/icon_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505" y="12042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94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consola al celular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320040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MediControl funciona 100% por código y línea de comandos.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continuación, una mirada a cómo podría verse mañana como aplicación.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23360" y="4572000"/>
            <a:ext cx="4142232" cy="50292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4023360" y="457200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una interfaz visual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pantalla principal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interfaz — el código hoy, la app mañana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02567" y="1783080"/>
            <a:ext cx="5777648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1778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/home/claude/medicontrol/images/fron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727" y="1920240"/>
            <a:ext cx="5503328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medicontrol/images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1" y="1974921"/>
            <a:ext cx="311262" cy="311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74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inicio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las 9 funciones del sistema, traducidas a botones.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/home/claude/medicontrol/images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1" y="3117921"/>
            <a:ext cx="311262" cy="311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017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 vivo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Medicamentos, alertas y tomas del día, igual que hoy devuelve la consola.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420624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/home/claude/medicontrol/images/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1" y="4260921"/>
            <a:ext cx="311262" cy="3112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4160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importantes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concepto de verificar_alertas(), ahora visible de un vistazo.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57200" y="6080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ilustrativo — funcionalidad aún no implementada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alertas e historial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 de datos, presentado de forma visual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6419276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1778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/home/claude/medicontrol/images/fron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6144956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42236" y="192024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medicontrol/images/icon_bel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7" y="1974921"/>
            <a:ext cx="311262" cy="311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09164" y="1874520"/>
            <a:ext cx="38338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importantes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verificar_alertas() a un estado visual: "Todo en orden" o avisos puntuales.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242236" y="320040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/home/claude/medicontrol/images/icon_bel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7" y="3255081"/>
            <a:ext cx="311262" cy="311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09164" y="3154680"/>
            <a:ext cx="38338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tomas registradas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registrar_toma(), hoy solo impreso por consola línea a línea.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242236" y="4480560"/>
            <a:ext cx="420624" cy="420624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/home/claude/medicontrol/images/icon_bel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7" y="4535241"/>
            <a:ext cx="311262" cy="3112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09164" y="4434840"/>
            <a:ext cx="38338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natural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esta vista con el asistente hablar_con_ia() para consultas rápidas.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57200" y="6080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ilustrativo — funcionalidad aún no implementada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4F3E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posibles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script de consola a producto completo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4F3E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440180" y="2331720"/>
            <a:ext cx="640080" cy="640080"/>
          </a:xfrm>
          <a:prstGeom prst="ellipse">
            <a:avLst/>
          </a:prstGeom>
          <a:solidFill>
            <a:srgbClr val="5B6B67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0" descr="/home/claude/medicontrol/images/icon_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90" y="241493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consola en Python, 100% funcional, sin interfaz gráfica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6324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9184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4274820" y="2331720"/>
            <a:ext cx="640080" cy="64008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1" descr="/home/claude/medicontrol/images/icon_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030" y="241493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visual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74720" y="3566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front mostrado en una app real (web o mobile)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89788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12648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5"/>
          <p:cNvSpPr/>
          <p:nvPr/>
        </p:nvSpPr>
        <p:spPr>
          <a:xfrm>
            <a:off x="7109460" y="2331720"/>
            <a:ext cx="640080" cy="64008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2" descr="/home/claude/medicontrol/images/icon_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670" y="241493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09360" y="3566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los datos en una base en vez de listas en memoria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73252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96112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0"/>
          <p:cNvSpPr/>
          <p:nvPr/>
        </p:nvSpPr>
        <p:spPr>
          <a:xfrm>
            <a:off x="9944100" y="2331720"/>
            <a:ext cx="640080" cy="640080"/>
          </a:xfrm>
          <a:prstGeom prst="ellipse">
            <a:avLst/>
          </a:prstGeom>
          <a:solidFill>
            <a:srgbClr val="0E6E5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6" name="Image 3" descr="/home/claude/medicontrol/images/icon_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310" y="241493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9828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Multiusuario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144000" y="3566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por paciente, útil para cuidadores y familias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UADE, Introducción a la Algoritmia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4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4572000" cy="4572000"/>
          </a:xfrm>
          <a:prstGeom prst="ellipse">
            <a:avLst/>
          </a:prstGeom>
          <a:solidFill>
            <a:srgbClr val="1258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114800" cy="4114800"/>
          </a:xfrm>
          <a:prstGeom prst="ellipse">
            <a:avLst/>
          </a:prstGeom>
          <a:solidFill>
            <a:srgbClr val="0E43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422392" y="1280160"/>
            <a:ext cx="868680" cy="868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/home/claude/medicontrol/images/icon_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320" y="139308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MediControl — Gestión de Medicamentos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Aostri Lopez   ·   David Espinosa   ·   Facundo Balmacena   ·   Patricio Zermo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UADE — Introducción a la Algoritmia —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1784</Words>
  <Application>Microsoft Office PowerPoint</Application>
  <PresentationFormat>Panorámica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MediControl - Gestion de Medicamentos</dc:title>
  <dc:subject>PptxGenJS Presentation</dc:subject>
  <dc:creator>Cristian Aostri Lopez, David Espinosa, Facundo Balmacena, Patricio Zermo</dc:creator>
  <cp:lastModifiedBy>ZERMO DOPICO PATRICIO ALAN</cp:lastModifiedBy>
  <cp:revision>3</cp:revision>
  <dcterms:created xsi:type="dcterms:W3CDTF">2026-06-20T21:44:30Z</dcterms:created>
  <dcterms:modified xsi:type="dcterms:W3CDTF">2026-06-20T21:56:22Z</dcterms:modified>
</cp:coreProperties>
</file>